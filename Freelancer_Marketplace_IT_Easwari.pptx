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3200400" cy="365760"/>
          </a:xfrm>
          <a:prstGeom prst="roundRect">
            <a:avLst/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731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ACADEMIC PROJECT 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Autonomous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Freelance Marketplace Platform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Next-Gen Talent Matching, Direct Google Pay &amp; UPI Settlement, and Automated Gemini 2.0 Code Quality Auditing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114800"/>
            <a:ext cx="10698480" cy="2011680"/>
          </a:xfrm>
          <a:prstGeom prst="roundRect">
            <a:avLst/>
          </a:prstGeom>
          <a:solidFill>
            <a:srgbClr val="1E1B4B"/>
          </a:solidFill>
          <a:ln w="19050">
            <a:solidFill>
              <a:srgbClr val="3730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4389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4709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Rishikesh (Rishikesbh)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51206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- B.Tech Information Technology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0" y="4389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&amp; Institution: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0" y="4709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Information Technology (IT)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0" y="51206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Easwari Engineering College (Autonomous), Chennai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REVIEW 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 &amp; Executive Summary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70432"/>
            <a:ext cx="10698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Easwari Engineering College | Department of Information Technology | Presented by Rishikesh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212080" cy="21031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737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AI-Driven Talent Matching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19456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Leverages Google Gemini 2.0 Flash to evaluate multidimensional skill vectors, experience ratings, and project briefs for instant, accurate matching.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5212080" cy="21031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737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Direct Google Pay &amp; UPI Transfers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219456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Empowers clients and freelancers to transact in Rupees (₹) with 0% platform commission deductions, settling directly into verified bank accounts.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840480"/>
            <a:ext cx="5212080" cy="210312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114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Automated AI Code Quality Audit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05840" y="457200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Inspects submitted GitHub repositories &amp; live URLs automatically, grading architectural cleanliness, security safety, and test coverage.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3840480"/>
            <a:ext cx="5212080" cy="21031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4114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🔔 Real-Time Audio &amp; Socket Alerts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92240" y="457200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Synthesizes native Web Audio API harmonic chimes and Socket.IO real-time pop-ups upon proposal arrival, message sync, and milestone updates.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REVIEW 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Existing System Challenges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70432"/>
            <a:ext cx="10698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Easwari Engineering College | Department of Information Technology | Presented by Rishikesh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freelance platforms (Upwork, Fiverr, Freelancer.com) suffer from severe operational and financial bottlenecks: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011680"/>
            <a:ext cx="1069848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14884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Exorbitant Commission Fees (15% - 25%)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42316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Freelancers lose a quarter of their earnings to platform intermediary fees, creating financial friction for tech professionals in India.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063240"/>
            <a:ext cx="1069848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20040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Slow Manual Proposal Reviewing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347472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 are flooded with hundreds of generic bids, wasting hours manually sorting through low-quality candidates.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4114800"/>
            <a:ext cx="1069848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25196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Opaque Deliverable Quality Assessment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452628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Non-technical clients struggle to evaluate code quality, security vulnerabilities, and architectural best practices before paying.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5166360"/>
            <a:ext cx="1069848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530352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Disconnected Communication &amp; Delayed Alerts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557784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Email-based delay loops lead to missed deadlines, lost proposals, and slow contract finalization.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REVIEW 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System: Intelligent P2P Freelance Marketplace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70432"/>
            <a:ext cx="10698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Easwari Engineering College | Department of Information Technology | Presented by Rishikesh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338328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6916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Intelligent Semantic Matching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214884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2.0 analyzes job taxonomy against candidate GitHub profiles, ratings, and skillsets to rank candidates with 0-100% match scores.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463040"/>
            <a:ext cx="338328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6916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Direct UPI &amp; Google Pay Ledger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17720" y="214884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Eliminates fake wallet lockups. Clients pay directly to freelancer UPI IDs / QR codes with zero intermediary commission.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38328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16916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Automated Gemini AI Code Review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75320" y="214884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Audits submitted GitHub repositories, verifies functional completeness, and outputs a 100-point rubric score before client release.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840480"/>
            <a:ext cx="338328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0690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Real-Time Socket.IO &amp; Audio Alerts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45262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browser notifications with harmonic audio chords alert clients the exact second a proposal or deliverable arrives.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89120" y="3840480"/>
            <a:ext cx="338328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40690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Integrated Project Lifecycle Kanban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17720" y="45262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Kanban drag-and-drop task tracking, automated SLA contract generation, and neutral AI dispute resolution.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46720" y="3840480"/>
            <a:ext cx="338328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75320" y="40690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Proposal AI Polisher &amp; Enhancer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75320" y="45262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freelancers to draft professional, tailored pitch letters aligned with client requirements in 1 click.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REVIEW 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&amp; Full-Stack Technologies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70432"/>
            <a:ext cx="10698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Easwari Engineering College | Department of Information Technology | Presented by Rishikesh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10698480" cy="10972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Presentation Layer (Frontend)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6002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• Tailwind CSS • Vite • Web Audio API • React Router v6 • React Icons • Hot Toast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196596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glassmorphism UI, real-time client-freelancer dashboard, interactive Kanban board, and native synthesized audio alerts.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2697480"/>
            <a:ext cx="10698480" cy="10972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834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Application Layer (Backend &amp; APIs)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2834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• Express.js • Socket.IO • JWT Authentication • BcryptJS • RESTful Endpoints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320040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 server architecture handling auth, project lifecycle transitions, real-time room communication, and payment state machines.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3931920"/>
            <a:ext cx="10698480" cy="10972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Artificial Intelligence Layer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40690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 2.0 Flash API • Prompt Engineering • Structured JSON Outputs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443484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Performs semantic candidate scoring, code repository inspection, rubric evaluation, SLA contract generation, and proposal enhancement.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20" y="5166360"/>
            <a:ext cx="10698480" cy="10972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5303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 Persistence &amp; Data Storage Layer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53035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MongoDB Database • Mongoose ODM • Local Storage Caching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566928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users, projects, proposals, milestones, transactions ledger, encrypted messages, reviews, and contract artifacts.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REVIEW 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Modules &amp; User Interaction Flow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70432"/>
            <a:ext cx="10698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Easwari Engineering College | Department of Information Technology | Presented by Rishikesh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737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EXPERIENCE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28600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Post project with budget in INR (₹)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301752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AI auto-generates milestones &amp; scope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374904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Real-time proposal chime sound alert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44805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Inspect freelancer GitHub &amp; Demo work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521208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Pay directly via Google Pay &amp; UPI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0" y="1463040"/>
            <a:ext cx="3383280" cy="46634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737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FREELANCER EXPERIENCE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63440" y="228600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Browse matched projects by skillsets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301752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Polish cover letter with Gemini AI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374904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Submit bid amount (min ₹10) &amp; star rating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44805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Build deliverables &amp; submit repo links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0" y="521208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Receive direct bank payment via UPI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46720" y="1463040"/>
            <a:ext cx="3383280" cy="466344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0" y="1737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PLATFORM ENGINE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21040" y="228600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Semantic skill vector match scoring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21040" y="301752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Automated code repository rubric audit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21040" y="374904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Socket.IO peer-to-peer event routing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321040" y="44805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SLA Cryptographic smart contract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321040" y="521208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1-Click project lifecycle reset &amp; delete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REVIEW 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Google Pay &amp; UPI Settlement (0% Platform Fee)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70432"/>
            <a:ext cx="10698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Easwari Engineering College | Department of Information Technology | Presented by Rishikesh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10698480" cy="10972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4592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Peer-to-Peer Direct Payment Architecture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965960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Replaces legacy escrow middleman lockups. Clients scan the freelancer's authentic Google Pay / UPI QR code and pay directly to the freelancer's bank account with zero platform commission deductions.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926080"/>
            <a:ext cx="521208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1089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Milestone Activation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05840" y="342900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accepts candidate proposal. Milestone amount is confirmed in Rupees (₹).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2926080"/>
            <a:ext cx="521208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1089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Deliverable Submission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92240" y="342900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Freelancer submits GitHub code repo and live preview demo for client and AI review.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663440"/>
            <a:ext cx="521208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8463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Direct GPay Transfer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05840" y="516636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clicks "Pay via GPay" modal, scans freelancer UPI QR or sends to GPay number.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4663440"/>
            <a:ext cx="521208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48463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Bank Confirmation &amp; Review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92240" y="516636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is marked Paid &amp; Approved. Client leaves star rating and feedback.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REVIEW 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2.0 AI Code Quality &amp; Deliverable Auditor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70432"/>
            <a:ext cx="10698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Easwari Engineering College | Department of Information Technology | Presented by Rishikesh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verification pipeline inspecting deliverables before client payment approval: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920240"/>
            <a:ext cx="10698480" cy="9601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05740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Functional Completeness (96%)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359152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that submitted GitHub source code satisfies all scope clauses and project specifications described in client brief.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999232"/>
            <a:ext cx="10698480" cy="9601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136392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Clean Code &amp; Architecture (94%)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3438144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modular separation of concerns, clean naming conventions, proper error handling, and maintainable repository structure.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4078224"/>
            <a:ext cx="10698480" cy="9601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215384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Security &amp; Vulnerability Scan (Passed)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4517136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hardcoded secrets, SQL injection vectors, unvalidated inputs, and insecure dependency vulnerabilities.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5157216"/>
            <a:ext cx="10698480" cy="9601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5294376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Live Demo &amp; UI Responsiveness (98%)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5596128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Evaluates accessibility standards, mobile viewport scaling, and UI layout stability on live deployed preview links.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REVIEW 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Results &amp; Platform Performance Metrics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70432"/>
            <a:ext cx="10698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Easwari Engineering College | Department of Information Technology | Presented by Rishikesh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2468880" cy="2286000"/>
          </a:xfrm>
          <a:prstGeom prst="roundRect">
            <a:avLst/>
          </a:prstGeom>
          <a:solidFill>
            <a:srgbClr val="1E1B4B"/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7373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Faster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23317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Hiring Time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6974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Gemini matching vs. days of manual screening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74720" y="1463040"/>
            <a:ext cx="2468880" cy="2286000"/>
          </a:xfrm>
          <a:prstGeom prst="roundRect">
            <a:avLst/>
          </a:prstGeom>
          <a:solidFill>
            <a:srgbClr val="1E1B4B"/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17373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 Fees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11880" y="23317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Commission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11880" y="26974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earnings go straight to freelancer bank account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0" y="1463040"/>
            <a:ext cx="2468880" cy="2286000"/>
          </a:xfrm>
          <a:prstGeom prst="roundRect">
            <a:avLst/>
          </a:prstGeom>
          <a:solidFill>
            <a:srgbClr val="1E1B4B"/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17373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100 ms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55080" y="23317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 Notification Sync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55080" y="26974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proposal arrival alerts &amp; harmonic sound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961120" y="1463040"/>
            <a:ext cx="2468880" cy="2286000"/>
          </a:xfrm>
          <a:prstGeom prst="roundRect">
            <a:avLst/>
          </a:prstGeom>
          <a:solidFill>
            <a:srgbClr val="1E1B4B"/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98280" y="17373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098280" y="23317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Deliverable Accuracy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098280" y="26974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code review &amp; security rubric grading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31520" y="4023360"/>
            <a:ext cx="1069848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420624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Feature Comparison Highlights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5840" y="4572000"/>
            <a:ext cx="10149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Legacy Portals: 20% commission fee, delayed withdrawal wait times, manual candidate screening, no automated code inspection.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Our AI Platform: 0% fee with Direct UPI settlement, instant Gemini 2.0 candidate matching, real-time Web Audio API chimes, and automatic GitHub code quality verification.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REVIEW 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 &amp; Enhancements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170432"/>
            <a:ext cx="10698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Easwari Engineering College | Department of Information Technology | Presented by Rishikesh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9202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Cross-Platform Mobile Application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05840" y="23317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native Flutter mobile apps on Android and iOS with push notifications and seamless UPI deep-linking for 1-tap mobile payments.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9202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⛓️ Multi-Chain Decentralized Escrow Alternative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92240" y="23317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 smart-contract backed crypto escrow options (Polygon / Ethereum) for cross-border international clients.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2062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🎙️ Live AI Video Interview Transcription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05840" y="46177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WebRTC video interviews with automated Gemini transcription, generating instant meeting summaries and competency scores.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42062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Automated CI/CD Sandbox Testing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92240" y="46177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automated end-to-end unit tests and Docker test suites on submitted freelancer code in an isolated cloud sandbox.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Autonomous Freelance Marketplace Platform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86000" y="3200400"/>
            <a:ext cx="7589520" cy="2194560"/>
          </a:xfrm>
          <a:prstGeom prst="roundRect">
            <a:avLst/>
          </a:prstGeom>
          <a:solidFill>
            <a:srgbClr val="1E1B4B"/>
          </a:solidFill>
          <a:ln w="19050">
            <a:solidFill>
              <a:srgbClr val="3730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0" y="347472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by: Rishikesh (Rishikesbh)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560320" y="3931920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Information Technology (IT)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60320" y="4343400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Easwari Engineering College (Autonomous), Chennai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60320" y="480060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 (Q&amp;A)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Easwari Engineering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Freelancer Marketplace</dc:title>
  <dc:subject>AI-Powered Freelancer Marketplace Presentation</dc:subject>
  <dc:creator>Rishikesh</dc:creator>
  <cp:lastModifiedBy>Rishikesh</cp:lastModifiedBy>
  <cp:revision>1</cp:revision>
  <dcterms:created xsi:type="dcterms:W3CDTF">2026-09-03T14:28:18Z</dcterms:created>
  <dcterms:modified xsi:type="dcterms:W3CDTF">2026-09-03T14:28:18Z</dcterms:modified>
</cp:coreProperties>
</file>